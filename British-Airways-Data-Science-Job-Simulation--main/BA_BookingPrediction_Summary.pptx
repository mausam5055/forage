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31920" y="640080"/>
            <a:ext cx="1280160" cy="12801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31920" y="658368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7FB3D3"/>
                </a:solidFill>
              </a:rPr>
              <a:t>BRITISH AIRWAYS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Booking Prediction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C4DB"/>
                </a:solidFill>
              </a:rPr>
              <a:t>Machine Learning Model — Findings Summary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C4DB"/>
                </a:solidFill>
              </a:rPr>
              <a:t>Algorithm: </a:t>
            </a:r>
            <a:pPr algn="ctr" indent="0" marL="0">
              <a:buNone/>
            </a:pPr>
            <a:r>
              <a:rPr lang="en-US" sz="1200" dirty="0">
                <a:solidFill>
                  <a:srgbClr val="DDECF5"/>
                </a:solidFill>
              </a:rPr>
              <a:t>Random Forest Classifier   </a:t>
            </a:r>
            <a:pPr algn="ctr" indent="0" marL="0">
              <a:buNone/>
            </a:pPr>
            <a:r>
              <a:rPr lang="en-US" sz="1200" dirty="0">
                <a:solidFill>
                  <a:srgbClr val="3A6080"/>
                </a:solidFill>
              </a:rPr>
              <a:t>  |  </a:t>
            </a:r>
            <a:pPr algn="ctr" indent="0" marL="0">
              <a:buNone/>
            </a:pPr>
            <a:r>
              <a:rPr lang="en-US" sz="1200" b="1" dirty="0">
                <a:solidFill>
                  <a:srgbClr val="A0C4DB"/>
                </a:solidFill>
              </a:rPr>
              <a:t>Dataset: </a:t>
            </a:r>
            <a:pPr algn="ctr" indent="0" marL="0">
              <a:buNone/>
            </a:pPr>
            <a:r>
              <a:rPr lang="en-US" sz="1200" dirty="0">
                <a:solidFill>
                  <a:srgbClr val="DDECF5"/>
                </a:solidFill>
              </a:rPr>
              <a:t>50,000 customer records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4DB"/>
                </a:solidFill>
              </a:rPr>
              <a:t>Forage Virtual Internship  •  British Airways Data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 &amp; Preparation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320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spc="200" kern="0" dirty="0">
                <a:solidFill>
                  <a:srgbClr val="E76F51"/>
                </a:solidFill>
              </a:rPr>
              <a:t>EXPLORE &amp; PREPARE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28016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1920240" cy="12801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50592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Original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26864" y="1143000"/>
            <a:ext cx="1920240" cy="128016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14.9%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26864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Booking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3136" y="1143000"/>
            <a:ext cx="1920240" cy="12801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18872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03136" y="1828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Features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E8F5"/>
                </a:solidFill>
              </a:rPr>
              <a:t>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1480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wants_any_extra — flag if any add-on selected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total_extras — count of all add-ons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is_weekend_flight — Sat/Sun departure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is_group_booking — 2+ passengers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purchase_lead_log — log-scaled lead time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Key Observations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11480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71800"/>
            <a:ext cx="54864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0083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Class Imbalance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2186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85% no-booking vs 15% booking — balanced weights applied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411480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66160"/>
            <a:ext cx="54864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027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No Missing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813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All 14 columns complete; no imputation required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4160520"/>
            <a:ext cx="411480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160520"/>
            <a:ext cx="54864" cy="5120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1970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Mixed Feature Types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Encoded 5 categorical columns with LabelEncoder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British Airways • Customer Booking Prediction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&amp; Evaluation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46888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75.0%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5"/>
                </a:solidFill>
              </a:rPr>
              <a:t>CV Accuracy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4EA"/>
                </a:solidFill>
              </a:rPr>
              <a:t>± 0.46%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468880" cy="12344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76.7%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5"/>
                </a:solidFill>
              </a:rPr>
              <a:t>ROC-AUC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4EA"/>
                </a:solidFill>
              </a:rPr>
              <a:t>± 0.38%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468880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42.1%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E8F5"/>
                </a:solidFill>
              </a:rPr>
              <a:t>F1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0391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4EA"/>
                </a:solidFill>
              </a:rPr>
              <a:t>± 0.48%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</a:rPr>
              <a:t>5-Fold Cross-Validation Results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80360"/>
            <a:ext cx="8412480" cy="19202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British Airways • Customer Booking Prediction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 &amp; 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Variable Contribution to Model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493776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10789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0" y="1417320"/>
            <a:ext cx="3474720" cy="804672"/>
          </a:xfrm>
          <a:prstGeom prst="rect">
            <a:avLst/>
          </a:prstGeom>
          <a:solidFill>
            <a:srgbClr val="E8F4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1417320"/>
            <a:ext cx="54864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453896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</a:rPr>
              <a:t>#1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89320" y="14538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Booking Origin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691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Top predictor — customer's country of origin drives booking behaviour most strongly (30.3%)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0" y="2313432"/>
            <a:ext cx="34747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0" y="2313432"/>
            <a:ext cx="54864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235000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</a:rPr>
              <a:t>#2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89320" y="23500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Route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587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Specific flight route matters significantly — certain routes see much higher completion (13.1%)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0" y="3209544"/>
            <a:ext cx="3474720" cy="804672"/>
          </a:xfrm>
          <a:prstGeom prst="rect">
            <a:avLst/>
          </a:prstGeom>
          <a:solidFill>
            <a:srgbClr val="E8F4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0" y="3209544"/>
            <a:ext cx="54864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3246120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</a:rPr>
              <a:t>#3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89320" y="32461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Length of Stay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348386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Longer stays correlate with higher commitment to complete a booking (10.5%)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486400" y="4105656"/>
            <a:ext cx="34747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0" y="4105656"/>
            <a:ext cx="54864" cy="8046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414223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</a:rPr>
              <a:t>#4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89320" y="41422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Flight Duration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577840" y="43799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Longer flights show stronger booking intent — likely business or premium trips (8.5%)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F1F5F9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British Airways • Customer Booking Prediction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Booking Prediction - ML Model Summary</dc:title>
  <dc:subject>PptxGenJS Presentation</dc:subject>
  <dc:creator>PptxGenJS</dc:creator>
  <cp:lastModifiedBy>PptxGenJS</cp:lastModifiedBy>
  <cp:revision>1</cp:revision>
  <dcterms:created xsi:type="dcterms:W3CDTF">2026-05-13T19:44:57Z</dcterms:created>
  <dcterms:modified xsi:type="dcterms:W3CDTF">2026-05-13T19:44:57Z</dcterms:modified>
</cp:coreProperties>
</file>